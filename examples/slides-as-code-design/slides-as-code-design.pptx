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PLACEHOLDER — This slide needs the architecture pipeline diagram. Create in Excalidraw showing: Source Material -&gt; Outline (markdown) -&gt; Script (source of truth) -&gt; PPTX, with an edit loop back to the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7772400" y="-914400"/>
            <a:ext cx="5486400" cy="5486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 rot="-1200000">
            <a:off x="-1828800" y="3657600"/>
            <a:ext cx="4572000" cy="4572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377440"/>
            <a:ext cx="2286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56032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Slides as Code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3931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Better Way to Build, Edit, and Track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Presentations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21308"/>
            <a:ext cx="594360" cy="59436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94460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222370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Hours of Manual Work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645920" y="1588130"/>
            <a:ext cx="9902952" cy="573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deck from scratch means dragging shapes, aligning text, and fighting with formatting — slide by slide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645920" y="2130552"/>
            <a:ext cx="990295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2363724"/>
            <a:ext cx="594360" cy="59436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436876"/>
            <a:ext cx="448056" cy="4480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264786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Version History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645920" y="2630546"/>
            <a:ext cx="9902952" cy="573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files are opaque binaries — you can't diff, review, or roll back changes meaningfully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645920" y="3172968"/>
            <a:ext cx="990295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Shape 9"/>
          <p:cNvSpPr/>
          <p:nvPr/>
        </p:nvSpPr>
        <p:spPr>
          <a:xfrm>
            <a:off x="731520" y="3406140"/>
            <a:ext cx="594360" cy="59436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479292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3307202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Inconsistent Results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645920" y="3672962"/>
            <a:ext cx="9902952" cy="573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deck is a one-off. Fonts, spacing, and styling drift between slides and across authors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1645920" y="4215384"/>
            <a:ext cx="990295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Shape 13"/>
          <p:cNvSpPr/>
          <p:nvPr/>
        </p:nvSpPr>
        <p:spPr>
          <a:xfrm>
            <a:off x="731520" y="4448556"/>
            <a:ext cx="594360" cy="59436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521708"/>
            <a:ext cx="448056" cy="4480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4349618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Reuse Is Copy-Paste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1645920" y="4715378"/>
            <a:ext cx="9902952" cy="573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 slides from old decks means hunting through files and hoping the formatting survives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1645920" y="5257800"/>
            <a:ext cx="990295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Shape 17"/>
          <p:cNvSpPr/>
          <p:nvPr/>
        </p:nvSpPr>
        <p:spPr>
          <a:xfrm>
            <a:off x="969264" y="5490972"/>
            <a:ext cx="54864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18"/>
          <p:cNvSpPr/>
          <p:nvPr/>
        </p:nvSpPr>
        <p:spPr>
          <a:xfrm>
            <a:off x="1645920" y="5392034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Collaboration Model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1645920" y="5757794"/>
            <a:ext cx="9902952" cy="573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a PPTX over email or Teams — who has the latest version? What changed?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If Your Deck Was Code?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36676" y="1097280"/>
            <a:ext cx="3200400" cy="521208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36676" y="1097280"/>
            <a:ext cx="32004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2162556" y="132588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4852" y="14081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9556" y="2011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Readable &amp; Editable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19556" y="2606040"/>
            <a:ext cx="2834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slides defined in a script you can read, understand, and change — not trapped in a binary file format.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94276" y="1097280"/>
            <a:ext cx="3200400" cy="521208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94276" y="1097280"/>
            <a:ext cx="32004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8"/>
          <p:cNvSpPr/>
          <p:nvPr/>
        </p:nvSpPr>
        <p:spPr>
          <a:xfrm>
            <a:off x="5820156" y="132588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452" y="140817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77156" y="2011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Version-Controlled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77156" y="2606040"/>
            <a:ext cx="2834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change with git. See exactly what was modified, when, and by whom — just like source code.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51876" y="1097280"/>
            <a:ext cx="3200400" cy="521208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51876" y="1097280"/>
            <a:ext cx="32004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Shape 13"/>
          <p:cNvSpPr/>
          <p:nvPr/>
        </p:nvSpPr>
        <p:spPr>
          <a:xfrm>
            <a:off x="9477756" y="132588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052" y="140817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34756" y="2011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Reproducible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334756" y="2606040"/>
            <a:ext cx="2834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script, get the deck. Same input, same output — every time, on any machine.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011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57400"/>
            <a:ext cx="2194011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94A3B8">
                    <a:alpha val="3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2157435" y="0"/>
            <a:ext cx="3657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2651" y="2400300"/>
            <a:ext cx="898910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2651" y="2880360"/>
            <a:ext cx="8989101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2742651" y="402336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543032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source material — documents, notes, research, or existing slides</a:t>
            </a:r>
            <a:endParaRPr lang="en-US" sz="22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outline: </a:t>
            </a:r>
            <a:pPr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organizes your content into a clean, editable outline</a:t>
            </a:r>
            <a:endParaRPr lang="en-US" sz="22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generation: </a:t>
            </a:r>
            <a:pPr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outline becomes human-readable code that defines every slide</a:t>
            </a:r>
            <a:endParaRPr lang="en-US" sz="22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to render: </a:t>
            </a:r>
            <a:pPr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script to produce a finished PPTX; edit the script to make changes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Script Is the Source of Truth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51610"/>
            <a:ext cx="594360" cy="59436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52476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253642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Precise Representation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645920" y="1619402"/>
            <a:ext cx="9902952" cy="7166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exact positions, colors, fonts, and layout logic for every slide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645920" y="2391156"/>
            <a:ext cx="990295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2754630"/>
            <a:ext cx="594360" cy="59436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827782"/>
            <a:ext cx="448056" cy="4480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556662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Unlike a PPTX File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645920" y="2922422"/>
            <a:ext cx="9902952" cy="7166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PPTX can't be diffed, searched, or merged — a script can do all three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645920" y="3694176"/>
            <a:ext cx="990295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Shape 9"/>
          <p:cNvSpPr/>
          <p:nvPr/>
        </p:nvSpPr>
        <p:spPr>
          <a:xfrm>
            <a:off x="731520" y="4057650"/>
            <a:ext cx="594360" cy="59436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130802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3859682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Mutable &amp; Trackable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645920" y="4225442"/>
            <a:ext cx="9902952" cy="7166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can be edited, version-controlled, and diffed like any source code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1645920" y="4997196"/>
            <a:ext cx="990295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Shape 13"/>
          <p:cNvSpPr/>
          <p:nvPr/>
        </p:nvSpPr>
        <p:spPr>
          <a:xfrm>
            <a:off x="731520" y="5360670"/>
            <a:ext cx="594360" cy="59436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433822"/>
            <a:ext cx="448056" cy="4480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5162702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Outline Becomes Lineage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1645920" y="5528462"/>
            <a:ext cx="9902952" cy="7166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outline is tracked as metadata but never mutated after generation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Closed Loop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482596" y="1600200"/>
            <a:ext cx="2194560" cy="192024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374136" y="17373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374136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74036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74036" y="2651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builds a script 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PPTX from your outline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77156" y="219456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997196" y="1600200"/>
            <a:ext cx="2194560" cy="192024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88736" y="17373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888736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88636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88636" y="2651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QA — spot text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and dense slides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91756" y="219456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511796" y="1600200"/>
            <a:ext cx="2194560" cy="192024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03336" y="17373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8403336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03236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03236" y="2651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AI what to fix 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updates the script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8806" y="3520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↵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3739896" y="3886200"/>
            <a:ext cx="2194560" cy="192024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31436" y="40233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4631436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31336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Regenerate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31336" y="4937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script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an updated PPTX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34456" y="448056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6254496" y="3886200"/>
            <a:ext cx="2194560" cy="192024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46036" y="40233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7146036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345936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45936" y="4937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until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is exactly right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011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57400"/>
            <a:ext cx="2194011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94A3B8">
                    <a:alpha val="3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2157435" y="0"/>
            <a:ext cx="3657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2651" y="2400300"/>
            <a:ext cx="898910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2651" y="2880360"/>
            <a:ext cx="8989101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Tracking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2742651" y="402336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Tracing Decks Back to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543032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generated deck gets linked to its source script in the catalog</a:t>
            </a:r>
            <a:endParaRPr lang="en-US" sz="22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which script, engine, theme, and outline produced any deck</a:t>
            </a:r>
            <a:endParaRPr lang="en-US" sz="22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source with a single CLI command</a:t>
            </a:r>
            <a:endParaRPr lang="en-US" sz="22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decks from arbitrary PPTX files are unaffected — source fields are nullable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Gets Tracked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98464" y="1097280"/>
            <a:ext cx="5733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24728" y="1097280"/>
            <a:ext cx="18288" cy="5212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00200"/>
            <a:ext cx="52120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Path — relative path to JS or Python file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— pptxgenjs or python-pptx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— theme name (amd, default, etc.)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98464" y="1600200"/>
            <a:ext cx="5733288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Path — the originating markdown outline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At — timestamp of last generation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nullable — only code-generated decks populate them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Zero-Configuration Tracking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54396" cy="242316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2423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990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280160"/>
            <a:ext cx="44485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 Auto-Detection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1874520"/>
            <a:ext cx="50429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 reads your script to determine how it was built — no manual tagging or metadata entry required.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77356" y="1097280"/>
            <a:ext cx="5454396" cy="242316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77356" y="1097280"/>
            <a:ext cx="54864" cy="2423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8"/>
          <p:cNvSpPr/>
          <p:nvPr/>
        </p:nvSpPr>
        <p:spPr>
          <a:xfrm>
            <a:off x="6505956" y="1325880"/>
            <a:ext cx="502920" cy="50292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108" y="139903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46036" y="1280160"/>
            <a:ext cx="44485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Theme Recognition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505956" y="1874520"/>
            <a:ext cx="50429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settings are read directly from the script so every deck is cataloged with accurate visual context.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3886200"/>
            <a:ext cx="5454396" cy="242316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886200"/>
            <a:ext cx="54864" cy="2423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4114800"/>
            <a:ext cx="502920" cy="50292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18795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4069080"/>
            <a:ext cx="44485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 Out of the Box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85800" y="4663440"/>
            <a:ext cx="50429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deck with /create-deck and it's automatically tracked — nothing to configure, nothing to remember.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277356" y="3886200"/>
            <a:ext cx="5454396" cy="242316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77356" y="3886200"/>
            <a:ext cx="54864" cy="2423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Shape 18"/>
          <p:cNvSpPr/>
          <p:nvPr/>
        </p:nvSpPr>
        <p:spPr>
          <a:xfrm>
            <a:off x="6505956" y="4114800"/>
            <a:ext cx="502920" cy="50292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108" y="4187952"/>
            <a:ext cx="356616" cy="3566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46036" y="4069080"/>
            <a:ext cx="44485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Overridable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6505956" y="4663440"/>
            <a:ext cx="50429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more control, supply explicit source and theme information via the CLI — full flexibility.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011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57400"/>
            <a:ext cx="2194011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94A3B8">
                    <a:alpha val="3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2157435" y="0"/>
            <a:ext cx="3657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2651" y="2400300"/>
            <a:ext cx="898910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2651" y="2880360"/>
            <a:ext cx="8989101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Conversational Editing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2742651" y="402336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/edit-deck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21308"/>
            <a:ext cx="594360" cy="59436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94460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222370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 Language Editing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645920" y="1588130"/>
            <a:ext cx="9902952" cy="573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an AI what to change in plain English — it modifies the script for you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645920" y="2130552"/>
            <a:ext cx="990295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2363724"/>
            <a:ext cx="594360" cy="59436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436876"/>
            <a:ext cx="448056" cy="4480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264786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 from Script or Deck Name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645920" y="2630546"/>
            <a:ext cx="9902952" cy="573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a script file or look up a deck by name from the catalog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645920" y="3172968"/>
            <a:ext cx="990295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Shape 9"/>
          <p:cNvSpPr/>
          <p:nvPr/>
        </p:nvSpPr>
        <p:spPr>
          <a:xfrm>
            <a:off x="731520" y="3406140"/>
            <a:ext cx="594360" cy="59436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479292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3307202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Single-Slide Edits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645920" y="3672962"/>
            <a:ext cx="9902952" cy="573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slide 3 a numbered list" — quick, targeted changes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1645920" y="4215384"/>
            <a:ext cx="990295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Shape 13"/>
          <p:cNvSpPr/>
          <p:nvPr/>
        </p:nvSpPr>
        <p:spPr>
          <a:xfrm>
            <a:off x="731520" y="4448556"/>
            <a:ext cx="594360" cy="59436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521708"/>
            <a:ext cx="448056" cy="4480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4349618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Deck-Level Changes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1645920" y="4715378"/>
            <a:ext cx="9902952" cy="573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"move compliance section before security" — structural reorganization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1645920" y="5257800"/>
            <a:ext cx="990295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Shape 17"/>
          <p:cNvSpPr/>
          <p:nvPr/>
        </p:nvSpPr>
        <p:spPr>
          <a:xfrm>
            <a:off x="731520" y="5490972"/>
            <a:ext cx="594360" cy="59436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564124"/>
            <a:ext cx="448056" cy="4480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5392034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Operations</a:t>
            </a:r>
            <a:endParaRPr lang="en-US" sz="2000" dirty="0"/>
          </a:p>
        </p:txBody>
      </p:sp>
      <p:sp>
        <p:nvSpPr>
          <p:cNvPr id="26" name="Text 19"/>
          <p:cNvSpPr/>
          <p:nvPr/>
        </p:nvSpPr>
        <p:spPr>
          <a:xfrm>
            <a:off x="1645920" y="5757794"/>
            <a:ext cx="9902952" cy="573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speaker notes to every slide" — apply changes across all slides at once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482596" y="1600200"/>
            <a:ext cx="2194560" cy="192024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374136" y="17373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374136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74036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 Source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74036" y="2651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script path 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from catalog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77156" y="219456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997196" y="1600200"/>
            <a:ext cx="2194560" cy="192024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88736" y="17373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888736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88636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Context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88636" y="2651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Script, PPTX content,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images, theme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91756" y="219456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511796" y="1600200"/>
            <a:ext cx="2194560" cy="192024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03336" y="17373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8403336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03236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Edits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03236" y="2651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modifies the script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user request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20156" y="3520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↵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2482596" y="3886200"/>
            <a:ext cx="2194560" cy="192024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74136" y="40233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3374136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574036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 Preview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574036" y="4937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changes before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to file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77156" y="448056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4997196" y="3886200"/>
            <a:ext cx="2194560" cy="192024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888736" y="40233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5888736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088636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&amp; Regenerate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88636" y="4937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updated script 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to produce PPTX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91756" y="448056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7511796" y="3886200"/>
            <a:ext cx="2194560" cy="192024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03336" y="40233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8403336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603236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Iterate or Review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603236" y="4937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more edits 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to /deck-review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Can Edit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Single-Slide Edits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98464" y="1097280"/>
            <a:ext cx="5733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Deck-Level Edits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24728" y="1097280"/>
            <a:ext cx="18288" cy="5212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00200"/>
            <a:ext cx="52120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layout type (bullet, two-column, numbered)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content and bullets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edit speaker notes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swap images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styling (colors, fonts, spacing)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98464" y="1600200"/>
            <a:ext cx="5733288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remove, or duplicate slides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slides or entire sections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theme or global styling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section dividers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operations across all slides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and Error Handling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514344" cy="242316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2423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990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280160"/>
            <a:ext cx="2508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Before Editing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1874520"/>
            <a:ext cx="31028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edit creates a .bak file preserving the original state — only one backup, always the earliest pre-edit version.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37304" y="1097280"/>
            <a:ext cx="3514344" cy="242316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37304" y="1097280"/>
            <a:ext cx="54864" cy="2423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8"/>
          <p:cNvSpPr/>
          <p:nvPr/>
        </p:nvSpPr>
        <p:spPr>
          <a:xfrm>
            <a:off x="4565904" y="1325880"/>
            <a:ext cx="502920" cy="50292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056" y="139903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05984" y="1280160"/>
            <a:ext cx="2508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 Preview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565904" y="1874520"/>
            <a:ext cx="31028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changed in the script before writing. No surprises, full transparency.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217408" y="1097280"/>
            <a:ext cx="3514344" cy="242316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17408" y="1097280"/>
            <a:ext cx="54864" cy="2423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Shape 13"/>
          <p:cNvSpPr/>
          <p:nvPr/>
        </p:nvSpPr>
        <p:spPr>
          <a:xfrm>
            <a:off x="8446008" y="1325880"/>
            <a:ext cx="502920" cy="50292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160" y="139903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86088" y="1280160"/>
            <a:ext cx="2508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Lock Detection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446008" y="1874520"/>
            <a:ext cx="31028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if the PPTX is open in PowerPoint on Windows before attempting to regenerate.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57200" y="3886200"/>
            <a:ext cx="3514344" cy="242316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3886200"/>
            <a:ext cx="54864" cy="2423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Shape 18"/>
          <p:cNvSpPr/>
          <p:nvPr/>
        </p:nvSpPr>
        <p:spPr>
          <a:xfrm>
            <a:off x="685800" y="4114800"/>
            <a:ext cx="502920" cy="50292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187952"/>
            <a:ext cx="356616" cy="3566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4069080"/>
            <a:ext cx="2508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Recovery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685800" y="4663440"/>
            <a:ext cx="31028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edited script fails to run, offer to restore from backup or attempt an auto-fix.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337304" y="3886200"/>
            <a:ext cx="3514344" cy="242316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337304" y="3886200"/>
            <a:ext cx="54864" cy="2423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Shape 23"/>
          <p:cNvSpPr/>
          <p:nvPr/>
        </p:nvSpPr>
        <p:spPr>
          <a:xfrm>
            <a:off x="4565904" y="4114800"/>
            <a:ext cx="502920" cy="50292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9056" y="4187952"/>
            <a:ext cx="356616" cy="35661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05984" y="4069080"/>
            <a:ext cx="2508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Git-Friendly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4565904" y="4663440"/>
            <a:ext cx="31028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scripts are plain text that produces clean diffs for version control workflows.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011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57400"/>
            <a:ext cx="2194011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94A3B8">
                    <a:alpha val="3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2157435" y="0"/>
            <a:ext cx="3657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2651" y="2400300"/>
            <a:ext cx="898910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2651" y="2880360"/>
            <a:ext cx="8989101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History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2742651" y="402336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Metadata in Speaker Notes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74552" cy="52120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10725912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 notes content appears here as normal text.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---aippt-meta---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outline → pptxgenjs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created: 2026-03-11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layout: two_column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theme: default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- 2026-03-11: Created from outline (bullet layout)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- 2026-03-11: Changed to two_column layout [/edit-deck]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- 2026-03-12: Rewrote bullets for executive audience [/edit-deck]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---end-aippt-meta---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History That Travels With the File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51610"/>
            <a:ext cx="594360" cy="59436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524762"/>
            <a:ext cx="448056" cy="448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253642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Embedded in PPTX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645920" y="1619402"/>
            <a:ext cx="9902952" cy="7166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history lives in speaker notes, not locked in an external database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645920" y="2391156"/>
            <a:ext cx="990295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2754630"/>
            <a:ext cx="594360" cy="59436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827782"/>
            <a:ext cx="448056" cy="4480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556662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Portable by Default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645920" y="2922422"/>
            <a:ext cx="9902952" cy="7166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file via email, Teams, Slack — the history comes along automatically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645920" y="3694176"/>
            <a:ext cx="990295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Shape 9"/>
          <p:cNvSpPr/>
          <p:nvPr/>
        </p:nvSpPr>
        <p:spPr>
          <a:xfrm>
            <a:off x="731520" y="4057650"/>
            <a:ext cx="594360" cy="59436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130802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3859682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Context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645920" y="4225442"/>
            <a:ext cx="9902952" cy="7166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reads edit history before making changes to understand what's been tried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1645920" y="4997196"/>
            <a:ext cx="990295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Shape 13"/>
          <p:cNvSpPr/>
          <p:nvPr/>
        </p:nvSpPr>
        <p:spPr>
          <a:xfrm>
            <a:off x="731520" y="5360670"/>
            <a:ext cx="594360" cy="59436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433822"/>
            <a:ext cx="448056" cy="4480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5162702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Self-Cleaning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1645920" y="5528462"/>
            <a:ext cx="9902952" cy="7166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10 entries — oldest trimmed on write to keep notes manageable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011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57400"/>
            <a:ext cx="2194011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94A3B8">
                    <a:alpha val="3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2157435" y="0"/>
            <a:ext cx="3657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2651" y="2400300"/>
            <a:ext cx="898910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2651" y="2880360"/>
            <a:ext cx="8989101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 Picture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2742651" y="402336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Journey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482596" y="1600200"/>
            <a:ext cx="2194560" cy="192024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374136" y="17373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374136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74036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/create-outline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74036" y="2651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material becomes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outlines/q1-security.md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77156" y="219456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997196" y="1600200"/>
            <a:ext cx="2194560" cy="192024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88736" y="17373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888736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88636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/create-deck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88636" y="2651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output/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q1-security.js + .pptx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91756" y="219456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511796" y="1600200"/>
            <a:ext cx="2194560" cy="192024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03336" y="17373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8403336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03236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/deck-review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03236" y="2651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text overflow 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4, density on slide 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20156" y="3520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↵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2482596" y="3886200"/>
            <a:ext cx="2194560" cy="192024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74136" y="40233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3374136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574036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/edit-deck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574036" y="4937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slide 4, splits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into two slides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77156" y="448056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4997196" y="3886200"/>
            <a:ext cx="2194560" cy="192024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888736" y="40233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5888736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088636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/deck-review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88636" y="4937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7a needs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notes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91756" y="448056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7511796" y="3886200"/>
            <a:ext cx="2194560" cy="192024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03336" y="40233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8403336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603236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/edit-deck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603236" y="4937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notes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7-8. Done!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212080" cy="4754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212080" cy="457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8872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115568"/>
            <a:ext cx="4617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 Slide Tools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998464" y="1097280"/>
            <a:ext cx="5733288" cy="4754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Shape 5"/>
          <p:cNvSpPr/>
          <p:nvPr/>
        </p:nvSpPr>
        <p:spPr>
          <a:xfrm>
            <a:off x="5998464" y="1097280"/>
            <a:ext cx="5733288" cy="457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18872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01384" y="1115568"/>
            <a:ext cx="51389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Slide Tools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824728" y="1097280"/>
            <a:ext cx="18288" cy="5212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1709928"/>
            <a:ext cx="5212080" cy="4599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Slidev, Marp, reveal.js — own markdown-as-source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developer experience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PPTX round-trip capability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produce corporate-ready slide decks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998464" y="1709928"/>
            <a:ext cx="5733288" cy="4599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Gamma, Beautiful.ai, PPTAgent — generate polished slides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Impressive visual output from AI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human-readable source code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version control or diff-friendly format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No Other Tool Does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54396" cy="242316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2423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990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280160"/>
            <a:ext cx="44485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Human-Readable Source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1874520"/>
            <a:ext cx="50429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JS/Python scripts anyone can read, modify, and understand — not opaque binary formats.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77356" y="1097280"/>
            <a:ext cx="5454396" cy="242316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77356" y="1097280"/>
            <a:ext cx="54864" cy="2423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8"/>
          <p:cNvSpPr/>
          <p:nvPr/>
        </p:nvSpPr>
        <p:spPr>
          <a:xfrm>
            <a:off x="6505956" y="1325880"/>
            <a:ext cx="502920" cy="50292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108" y="139903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46036" y="1280160"/>
            <a:ext cx="44485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PPTX Round-Trip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505956" y="1874520"/>
            <a:ext cx="50429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real PowerPoint files, not HTML or images — opens in PowerPoint, Keynote, Google Slides.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3886200"/>
            <a:ext cx="5454396" cy="242316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886200"/>
            <a:ext cx="54864" cy="2423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4114800"/>
            <a:ext cx="502920" cy="50292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18795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4069080"/>
            <a:ext cx="44485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Conversational Editing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85800" y="4663440"/>
            <a:ext cx="50429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slides through natural language against the source code — no manual PPTX surgery.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277356" y="3886200"/>
            <a:ext cx="5454396" cy="242316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77356" y="3886200"/>
            <a:ext cx="54864" cy="2423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Shape 18"/>
          <p:cNvSpPr/>
          <p:nvPr/>
        </p:nvSpPr>
        <p:spPr>
          <a:xfrm>
            <a:off x="6505956" y="4114800"/>
            <a:ext cx="502920" cy="50292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108" y="4187952"/>
            <a:ext cx="356616" cy="3566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46036" y="4069080"/>
            <a:ext cx="44485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 &amp; Version Tracking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6505956" y="4663440"/>
            <a:ext cx="50429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are plain text, git-ready from day one. Every change produces a clean, reviewable diff.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482596" y="1600200"/>
            <a:ext cx="2194560" cy="192024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374136" y="17373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374136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74036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Tracking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74036" y="2651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every deck to its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script, theme, and outline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77156" y="219456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997196" y="1600200"/>
            <a:ext cx="2194560" cy="192024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88736" y="17373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888736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88636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History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88636" y="2651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edit history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speaker notes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91756" y="219456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511796" y="1600200"/>
            <a:ext cx="2194560" cy="192024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03336" y="17373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8403336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03236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Deck Generation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03236" y="2651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creates scripts from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outlines with full metadata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8806" y="3520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↵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3739896" y="3886200"/>
            <a:ext cx="2194560" cy="192024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31436" y="40233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4631436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31336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Conversational Editing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31336" y="4937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decks through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34456" y="448056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6254496" y="3886200"/>
            <a:ext cx="2194560" cy="192024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46036" y="40233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7146036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345936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 Improvement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45936" y="4937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history to make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suggestions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011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57400"/>
            <a:ext cx="2194011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94A3B8">
                    <a:alpha val="3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2157435" y="0"/>
            <a:ext cx="3657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2651" y="2400300"/>
            <a:ext cx="898910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2651" y="2880360"/>
            <a:ext cx="8989101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Closing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2742651" y="402336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36676" y="1097280"/>
            <a:ext cx="3200400" cy="521208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36676" y="1097280"/>
            <a:ext cx="32004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2162556" y="132588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4852" y="14081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9556" y="2011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19556" y="2606040"/>
            <a:ext cx="2834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testing of the full create-edit-review loop to ensure consistent, production-quality output.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94276" y="1097280"/>
            <a:ext cx="3200400" cy="521208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94276" y="1097280"/>
            <a:ext cx="32004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8"/>
          <p:cNvSpPr/>
          <p:nvPr/>
        </p:nvSpPr>
        <p:spPr>
          <a:xfrm>
            <a:off x="5820156" y="132588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452" y="140817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77156" y="2011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Richer Editing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77156" y="2606040"/>
            <a:ext cx="2834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editing UI, smarter AI suggestions from slide analysis, and reference material enrichment.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51876" y="1097280"/>
            <a:ext cx="3200400" cy="521208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51876" y="1097280"/>
            <a:ext cx="32004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Shape 13"/>
          <p:cNvSpPr/>
          <p:nvPr/>
        </p:nvSpPr>
        <p:spPr>
          <a:xfrm>
            <a:off x="9477756" y="132588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052" y="140817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34756" y="2011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Research-Backed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334756" y="2606040"/>
            <a:ext cx="2834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CMU's AutoPresent confirms: code as an intermediate representation produces higher quality AI slides than direct generation.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8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914400" y="-1828800"/>
            <a:ext cx="4572000" cy="4572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 rot="-900000">
            <a:off x="10515600" y="5303520"/>
            <a:ext cx="3200400" cy="3200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Slides as Code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951476" y="2377440"/>
            <a:ext cx="2286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2743200"/>
            <a:ext cx="85313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Your deck is code — readable, editable, and version-controlled</a:t>
            </a:r>
            <a:endParaRPr lang="en-US" sz="18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generates and edits slides through natural conversation</a:t>
            </a:r>
            <a:endParaRPr lang="en-US" sz="18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Every change is tracked and travels with the file</a:t>
            </a:r>
            <a:endParaRPr lang="en-US" sz="18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From manual chaos to a repeatable, traceable workflow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2026-03-13T14:30:00Z</dcterms:created>
  <dcterms:modified xsi:type="dcterms:W3CDTF">2026-03-13T14:30:00Z</dcterms:modified>
</cp:coreProperties>
</file>