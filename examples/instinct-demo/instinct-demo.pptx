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memory capacity — that is the MI300X differentiator for LLM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capacity doubles; bandwidth increases 1.65×; compute increases 3.4× FP16.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GeoMean across batch sizes 1–512. Source: AMD internal, ROCm 6.3, vLLM 0.6.x. Competitor measured on identical hardware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time-to-inference from bare metal: 4–6 hours including driver install and model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tensor-parallel-size=8 for 405B models. The 192 GB unified memory eliminates model sharding for most 70B–130B parameter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_MASTER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_MASTER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_MAST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instinct-lockup-w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400800"/>
            <a:ext cx="1371600" cy="2926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instinct-lockup-w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400800"/>
            <a:ext cx="1371600" cy="292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MAST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_MASTER"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1D1F21"/>
          </a:solidFill>
          <a:ln/>
        </p:spPr>
      </p:sp>
      <p:sp>
        <p:nvSpPr>
          <p:cNvPr id="3" name="Shape 1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731520"/>
            <a:ext cx="5486400" cy="5486400"/>
          </a:xfrm>
          <a:prstGeom prst="ellipse">
            <a:avLst/>
          </a:prstGeom>
          <a:solidFill>
            <a:srgbClr val="00C2D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1828800"/>
            <a:ext cx="2743200" cy="2743200"/>
          </a:xfrm>
          <a:prstGeom prst="ellipse">
            <a:avLst/>
          </a:prstGeom>
          <a:solidFill>
            <a:srgbClr val="00C2D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2331720"/>
            <a:ext cx="822960" cy="228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1545336" y="226771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700" kern="0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INSTINCT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" y="25146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Instinct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MI300X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585216" y="4663440"/>
            <a:ext cx="2743200" cy="41148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4800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4B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Data Center Accelerators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4B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 and HPC Workloads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" y="64465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Confidential — Internal Distribution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B4B9BC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861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B4B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86108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AMD Instinct MI300X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" y="1097280"/>
            <a:ext cx="10287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GB unified HBM3 —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memory footprint in class, enabling models too large to fit elsewhere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ecosystem —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ROCm, PyTorch, JAX, vLLM: no lock-in, no tax on access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at hyperscale —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in El Capitan (#1 TOP500), Microsoft Azure ND series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OCP-compliant OAM —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form factor across all MI300 SKUs, integrates with existing rack designs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819656" y="146304"/>
            <a:ext cx="7315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MI300X vs. MI250X — Generational Leap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MI300X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26480" y="1097280"/>
            <a:ext cx="5477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MI250X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52744" y="1097280"/>
            <a:ext cx="18288" cy="521208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55448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GB HBM3 unified memory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TB/s aggregate bandwidth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1,307 TFLOPS FP16 / 2,614 TOPS INT8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GPU + CPU memory architecture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Gen 5 + 7th-gen Infinity Fabric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5477256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GB HBM2e (split across two GCDs)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TB/s aggregate bandwidth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383 TFLOPS FP16 / 383 TOPS INT8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GPU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Gen 4 + 3rd-gen Infinity Fabric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19656" y="146304"/>
            <a:ext cx="7315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Software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097280"/>
            <a:ext cx="5326380" cy="2423160"/>
          </a:xfrm>
          <a:prstGeom prst="rect">
            <a:avLst/>
          </a:prstGeom>
          <a:solidFill>
            <a:srgbClr val="272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09728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128016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" y="187452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GPU compute platform. HIP, rocBLAS, MIOpen, hipBLASLt, rocFFT — full parity with CUDA math libraries.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097280"/>
            <a:ext cx="5326380" cy="2423160"/>
          </a:xfrm>
          <a:prstGeom prst="rect">
            <a:avLst/>
          </a:prstGeom>
          <a:solidFill>
            <a:srgbClr val="272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77356" y="1097280"/>
            <a:ext cx="54864" cy="242316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/>
          <p:nvPr/>
        </p:nvSpPr>
        <p:spPr>
          <a:xfrm>
            <a:off x="6505956" y="128016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05956" y="187452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ROCm support merged upstream. torch.compile and SDPA kernels tuned for MI300X memory architecture.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" y="3886200"/>
            <a:ext cx="5326380" cy="2423160"/>
          </a:xfrm>
          <a:prstGeom prst="rect">
            <a:avLst/>
          </a:prstGeom>
          <a:solidFill>
            <a:srgbClr val="272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3886200"/>
            <a:ext cx="54864" cy="242316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406908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466344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LLM inference via PagedAttention. Chunked prefill and speculative decoding supported on MI300X.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77356" y="3886200"/>
            <a:ext cx="5326380" cy="2423160"/>
          </a:xfrm>
          <a:prstGeom prst="rect">
            <a:avLst/>
          </a:prstGeom>
          <a:solidFill>
            <a:srgbClr val="272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388620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7" name="Text 15"/>
          <p:cNvSpPr/>
          <p:nvPr/>
        </p:nvSpPr>
        <p:spPr>
          <a:xfrm>
            <a:off x="6505956" y="406908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 / XLA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05956" y="466344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XLA compiler backend for ROCm fully validated. Research and production workloads at scale.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19656" y="146304"/>
            <a:ext cx="7315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B4B9BC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861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B4B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86108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Performance vs. H100 SXM5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879092"/>
            <a:ext cx="3368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1.3×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85216" y="3067812"/>
            <a:ext cx="336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3.1 405B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" y="3707892"/>
            <a:ext cx="3368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tokens/sec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10456" y="1879092"/>
            <a:ext cx="3368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1.2×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410456" y="3067812"/>
            <a:ext cx="336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Mixtral 8×22B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10456" y="3707892"/>
            <a:ext cx="3368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tokens/sec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35696" y="1879092"/>
            <a:ext cx="3368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2.4×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235696" y="3067812"/>
            <a:ext cx="336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Capacity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35696" y="3707892"/>
            <a:ext cx="3368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GB vs. 80 GB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19656" y="146304"/>
            <a:ext cx="7315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Deployment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2423160"/>
            <a:ext cx="2480310" cy="2560320"/>
          </a:xfrm>
          <a:prstGeom prst="rect">
            <a:avLst/>
          </a:prstGeom>
          <a:solidFill>
            <a:srgbClr val="272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2514600"/>
            <a:ext cx="24803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3017520"/>
            <a:ext cx="22974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" y="3429000"/>
            <a:ext cx="229743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OAM baseboard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host server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5526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2DE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31286" y="2423160"/>
            <a:ext cx="2480310" cy="2560320"/>
          </a:xfrm>
          <a:prstGeom prst="rect">
            <a:avLst/>
          </a:prstGeom>
          <a:solidFill>
            <a:srgbClr val="272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1286" y="2514600"/>
            <a:ext cx="24803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2726" y="3017520"/>
            <a:ext cx="22974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2726" y="3429000"/>
            <a:ext cx="229743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ROCm 6.x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kernel driver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11596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2DE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77356" y="2423160"/>
            <a:ext cx="2480310" cy="2560320"/>
          </a:xfrm>
          <a:prstGeom prst="rect">
            <a:avLst/>
          </a:prstGeom>
          <a:solidFill>
            <a:srgbClr val="272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7356" y="2514600"/>
            <a:ext cx="24803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68796" y="3017520"/>
            <a:ext cx="22974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8796" y="3429000"/>
            <a:ext cx="229743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or TGI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framework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57666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2DE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123426" y="2423160"/>
            <a:ext cx="2480310" cy="2560320"/>
          </a:xfrm>
          <a:prstGeom prst="rect">
            <a:avLst/>
          </a:prstGeom>
          <a:solidFill>
            <a:srgbClr val="272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23426" y="2514600"/>
            <a:ext cx="24803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14866" y="3017520"/>
            <a:ext cx="22974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14866" y="3429000"/>
            <a:ext cx="229743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0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models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819656" y="146304"/>
            <a:ext cx="7315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Start: vLLM on MI300X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097280"/>
            <a:ext cx="11018520" cy="5212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097280"/>
            <a:ext cx="11018520" cy="4572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325880"/>
            <a:ext cx="104698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Pull and launch vLLM — MI300X optimized image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--device /dev/kfd --device /dev/dri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--group-add video --shm-size 16g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8000:8000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rocm/vllm-openai:latest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 meta-llama/Llama-3.1-70B-Instruct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--tensor-parallel-size 4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--max-model-len 131072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--gpu-memory-utilization 0.92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Query the endpoint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http://localhost:8000/v1/chat/completions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'{"model":"meta-llama/Llama-3.1-70B-Instruct",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"messages":[{"role":"user","content":"Explain HBM3"}]}'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19656" y="146304"/>
            <a:ext cx="7315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instinct-lockup-w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676" y="2907792"/>
            <a:ext cx="3657600" cy="10424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2026-05-06T05:04:39Z</dcterms:created>
  <dcterms:modified xsi:type="dcterms:W3CDTF">2026-05-06T05:04:39Z</dcterms:modified>
</cp:coreProperties>
</file>